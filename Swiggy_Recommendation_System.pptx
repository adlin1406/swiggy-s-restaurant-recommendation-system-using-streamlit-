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FC8019">
              <a:alpha val="12000"/>
            </a:srgbClr>
          </a:solidFill>
          <a:ln w="12700">
            <a:solidFill>
              <a:srgbClr val="FC801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-457200"/>
            <a:ext cx="2926080" cy="2926080"/>
          </a:xfrm>
          <a:prstGeom prst="ellipse">
            <a:avLst/>
          </a:prstGeom>
          <a:solidFill>
            <a:srgbClr val="FC8019">
              <a:alpha val="20000"/>
            </a:srgbClr>
          </a:solidFill>
          <a:ln w="12700">
            <a:solidFill>
              <a:srgbClr val="FC801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1737360" cy="292608"/>
          </a:xfrm>
          <a:prstGeom prst="rect">
            <a:avLst>
              <a:gd name="adj" fmla="val 12500"/>
            </a:avLst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SCIENCE PROJECT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Swiggy Restaurant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80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 System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Streamlit · Cosine Similarity · K-Means Clustering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828800" cy="1097280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3101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80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148K+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Restaurants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246120"/>
            <a:ext cx="1828800" cy="1097280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33101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80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1828800" cy="1097280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3101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80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Cuisines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3246120"/>
            <a:ext cx="1828800" cy="1097280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33101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80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3.96★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Avg Rating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Domain: Recommendation Systems &amp; Data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303520" cy="1234440"/>
          </a:xfrm>
          <a:prstGeom prst="rect">
            <a:avLst/>
          </a:prstGeom>
          <a:solidFill>
            <a:srgbClr val="16213E"/>
          </a:solidFill>
          <a:ln w="12700">
            <a:solidFill>
              <a:srgbClr val="FC801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to build an intelligent restaurant recommendation system using Swiggy's real-world dataset — recommending restaurants based on user preferences like city, cuisine, rating, and cost.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514600"/>
            <a:ext cx="64008" cy="105156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🧹  Data Cleaning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Remove duplicates, fix messy values, handle missing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51460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514600"/>
            <a:ext cx="64008" cy="105156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🔢  Encoding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926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One-Hot Encode city &amp; cuisine for ML compatibility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03320"/>
            <a:ext cx="64008" cy="105156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94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🤖  ML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Cosine Similarity &amp; K-Means Clustering for recommendations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370332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3703320"/>
            <a:ext cx="64008" cy="105156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794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🌐  Streamlit App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4114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Interactive web interface deployed at localhost:8501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1097280"/>
            <a:ext cx="283464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FC8019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8019"/>
                </a:solidFill>
              </a:rPr>
              <a:t>Domain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627632"/>
            <a:ext cx="2286000" cy="0"/>
          </a:xfrm>
          <a:prstGeom prst="line">
            <a:avLst/>
          </a:prstGeom>
          <a:noFill/>
          <a:ln w="6350">
            <a:solidFill>
              <a:srgbClr val="FC8019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▸  Recommendation Systems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23042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▸  Data Analytics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28254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▸  Python / ML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334670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▸  Streamlit Development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38679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▸  Data Preprocessing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20240" cy="1188720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920240" cy="6400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80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148,455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Total Restaurants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051560"/>
            <a:ext cx="1920240" cy="1188720"/>
          </a:xfrm>
          <a:prstGeom prst="rect">
            <a:avLst/>
          </a:prstGeom>
          <a:solidFill>
            <a:srgbClr val="1E2A45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51560"/>
            <a:ext cx="1920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1704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50592" y="1719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Cities Covered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051560"/>
            <a:ext cx="1920240" cy="1188720"/>
          </a:xfrm>
          <a:prstGeom prst="rect">
            <a:avLst/>
          </a:prstGeom>
          <a:solidFill>
            <a:srgbClr val="1E2A45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051560"/>
            <a:ext cx="19202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1704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26864" y="1719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Cuisine Types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051560"/>
            <a:ext cx="1920240" cy="1188720"/>
          </a:xfrm>
          <a:prstGeom prst="rect">
            <a:avLst/>
          </a:prstGeom>
          <a:solidFill>
            <a:srgbClr val="1E2A45"/>
          </a:solidFill>
          <a:ln w="12700">
            <a:solidFill>
              <a:srgbClr val="E9456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051560"/>
            <a:ext cx="192024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1704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 MB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03136" y="1719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Dataset Size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8019"/>
                </a:solidFill>
              </a:rPr>
              <a:t>Dataset Columns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88920"/>
          <a:ext cx="8595360" cy="210312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5760720"/>
              </a:tblGrid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id /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Unique identifier &amp; restaurant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Location of restaurant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rating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Numerical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Average rating (1.0 – 5.0)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rating_count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Numerical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Number of user reviews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Numerical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Approx. cost per person (₹)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cuisine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Type of food served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link / address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Swiggy URL &amp; full address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Data Cleaning &amp; Preprocessing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109728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307592"/>
            <a:ext cx="384048" cy="384048"/>
          </a:xfrm>
          <a:prstGeom prst="ellipse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11430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Remove Duplicates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50876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drop_duplicates() removes same restaurant listed multiple times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51560"/>
            <a:ext cx="731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130759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67528" y="11430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Fix Rating Column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67528" y="150876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"--" and "NEW" → NaN → filled with median value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1343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13432"/>
            <a:ext cx="73152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569464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2404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Parse Rating Count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277063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"1.2K+" → 1200, "500+" → 500 using custom parser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31343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313432"/>
            <a:ext cx="73152" cy="10972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2569464"/>
            <a:ext cx="384048" cy="38404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67528" y="2404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Parse Cost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67528" y="277063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"₹300" → 300, remove commas, fill NaN with median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57530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575304"/>
            <a:ext cx="73152" cy="10972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3831336"/>
            <a:ext cx="384048" cy="38404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32688" y="366674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Standardise City &amp; Cuisine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" y="4032504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Title-case cities, keep first cuisine only from comma list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57530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575304"/>
            <a:ext cx="73152" cy="109728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3831336"/>
            <a:ext cx="384048" cy="384048"/>
          </a:xfrm>
          <a:prstGeom prst="ellipse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67528" y="366674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One-Hot Encoding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67528" y="4032504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city + cuisine → binary columns for ML compatibility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572000"/>
            <a:ext cx="8595360" cy="402336"/>
          </a:xfrm>
          <a:prstGeom prst="rect">
            <a:avLst/>
          </a:prstGeom>
          <a:solidFill>
            <a:srgbClr val="1A1A2E"/>
          </a:solidFill>
          <a:ln w="12700">
            <a:solidFill>
              <a:srgbClr val="FC8019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5720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8019"/>
                </a:solidFill>
              </a:rPr>
              <a:t>Outputs:   cleaned_data.csv   ·   encoded_data.csv   ·   encoder.pkl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— Recommendation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566160"/>
          </a:xfrm>
          <a:prstGeom prst="rect">
            <a:avLst/>
          </a:prstGeom>
          <a:solidFill>
            <a:srgbClr val="1E2A45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Method 1 — Cosine Similarity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▸  Convert user preferences to a feature vector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▸  Normalize using same min/max as training data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6883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▸  Compute similarity vs ALL restaurants in city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▸  Sort by score → return Top N results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7124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Fast · Accurate · No training needed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114800" cy="3566160"/>
          </a:xfrm>
          <a:prstGeom prst="rect">
            <a:avLst/>
          </a:prstGeom>
          <a:solidFill>
            <a:srgbClr val="1E2A45"/>
          </a:solidFill>
          <a:ln w="12700">
            <a:solidFill>
              <a:srgbClr val="22C55E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41148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Method 2 — K-Means Clustering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664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▸  Group 148K restaurants into 50 clusters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▸  Assign user vector to nearest cluster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6883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▸  Only compute similarity within that cluster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200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▸  Faster on large datasets · Scalable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7124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▸  Saved as kmeans_model.pkl for reuse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9392" y="2423160"/>
            <a:ext cx="585216" cy="585216"/>
          </a:xfrm>
          <a:prstGeom prst="ellipse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C8019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C8019"/>
                </a:solidFill>
              </a:rPr>
              <a:t>User Input  →  Build Vector  →  Filter by City  →  Similarity Score  →  Top N Results  →  Display Cards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— Streamlit Web Application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5669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8813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📍  City Selector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Dropdown with all 821 cities from dataset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00784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00784"/>
            <a:ext cx="64008" cy="5669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🍜  Cuisine Filter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933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Auto-updates based on selected city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50008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50008"/>
            <a:ext cx="64008" cy="5669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8658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⭐  Min Rating Slider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4261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Filter restaurants by minimum star rating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99232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99232"/>
            <a:ext cx="64008" cy="5669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358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💰  Budget Slider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Max cost per person in ₹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648456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48456"/>
            <a:ext cx="64008" cy="5669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850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🤖  Algorithm Toggle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94106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Switch between Cosine &amp; K-Means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297680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297680"/>
            <a:ext cx="64008" cy="5669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3425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⬇️  Download Results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9028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Export top N recommendations as CSV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03520" y="1051560"/>
            <a:ext cx="3566160" cy="3886200"/>
          </a:xfrm>
          <a:prstGeom prst="rect">
            <a:avLst/>
          </a:prstGeom>
          <a:solidFill>
            <a:srgbClr val="1A1A2E"/>
          </a:solidFill>
          <a:ln w="12700">
            <a:solidFill>
              <a:srgbClr val="FC801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4068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8019"/>
                </a:solidFill>
              </a:rPr>
              <a:t>Technical Highlights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77840" y="1600200"/>
            <a:ext cx="2926080" cy="0"/>
          </a:xfrm>
          <a:prstGeom prst="line">
            <a:avLst/>
          </a:prstGeom>
          <a:noFill/>
          <a:ln w="6350">
            <a:solidFill>
              <a:srgbClr val="FC8019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171907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@st.cache_resource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19568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Avoids MemoryError on large datasets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0680" y="224942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float32 encoding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40680" y="24871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Cuts RAM usage by 50%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40680" y="27797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Chunked similarity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40680" y="30175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Processes 10K rows at a time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40680" y="33101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City-first filter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40680" y="35478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Only runs ML on city subset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40680" y="384048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Dynamic dropdowns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40680" y="407822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Cuisine updates per city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40680" y="43708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Hard constraints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40680" y="46085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City filter never skipped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03520" y="4681728"/>
            <a:ext cx="3566160" cy="32004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46817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localhost:8501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Use Cases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1691640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6400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8019"/>
                </a:solidFill>
              </a:rPr>
              <a:t>🎯  Personalized Recommendations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Help users discover restaurants matching their exact taste preferences, budget, and location — increasing order conversion rates.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1691640"/>
          </a:xfrm>
          <a:prstGeom prst="rect">
            <a:avLst/>
          </a:prstGeom>
          <a:solidFill>
            <a:srgbClr val="1E2A45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😊  Improved Customer Experience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276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Tailored suggestions reduce decision fatigue and enhance satisfaction, encouraging repeat visits to the Swiggy platform.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114800" cy="1691640"/>
          </a:xfrm>
          <a:prstGeom prst="rect">
            <a:avLst/>
          </a:prstGeom>
          <a:solidFill>
            <a:srgbClr val="1E2A45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71800"/>
            <a:ext cx="41148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📊  Market Insights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5021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Understand cuisine popularity per city, price sensitivity, and rating trends for targeted marketing campaigns.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114800" cy="1691640"/>
          </a:xfrm>
          <a:prstGeom prst="rect">
            <a:avLst/>
          </a:prstGeom>
          <a:solidFill>
            <a:srgbClr val="1E2A45"/>
          </a:solidFill>
          <a:ln w="12700">
            <a:solidFill>
              <a:srgbClr val="E9456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71800"/>
            <a:ext cx="411480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⚙️  Operational Efficiency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5021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Enable restaurants to identify high-demand cuisines in their area and optimize their menu offerings accordingly.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</a:rPr>
              <a:t>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</a:rPr>
              <a:t>Root Cause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</a:rPr>
              <a:t>Solution Applied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27632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4813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MemoryError in Streamlit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4813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cache_data pickles huge encoded matrix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08192" y="162763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4813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@st.cache_resource — no pickling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048256"/>
            <a:ext cx="859536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194560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04825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SyntaxError in file paths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20482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Backslash escape in Windows paths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08192" y="2194560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0482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r"..." raw strings + os.path.join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615184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2761488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61518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City filter not working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26151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safe_filter fell back on &lt; 3 results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08192" y="276148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26151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Hard filter city first, always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182112"/>
            <a:ext cx="859536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3328416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18211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44MB file too large to upload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49040" y="31821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Claude.ai 10MB file limit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08192" y="3328416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1821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Run scripts locally, full dataset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74904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3895344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749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Slow similarity on 148K rows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49040" y="3749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Computing cosine on full matrix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08192" y="3895344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3749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City filter + chunked 10K batches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" y="4462272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43159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rating_count parsing error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749040" y="43159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"1.2K" × 1000 gave wrong result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08192" y="446227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43159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Custom parser: float(1.2) × 1000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0972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Timeline — 7 Days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7406640" cy="0"/>
          </a:xfrm>
          <a:prstGeom prst="line">
            <a:avLst/>
          </a:prstGeom>
          <a:noFill/>
          <a:ln w="25400">
            <a:solidFill>
              <a:srgbClr val="FC801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097280"/>
            <a:ext cx="457200" cy="457200"/>
          </a:xfrm>
          <a:prstGeom prst="ellipse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600200" cy="1600200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1600200" cy="6400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92224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</a:rPr>
              <a:t>Day 1–2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Cleaning &amp; Preprocessing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preprocess_v2.py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41832" y="1554480"/>
            <a:ext cx="0" cy="137160"/>
          </a:xfrm>
          <a:prstGeom prst="line">
            <a:avLst/>
          </a:prstGeom>
          <a:noFill/>
          <a:ln w="19050">
            <a:solidFill>
              <a:srgbClr val="FC8019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109728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1691640"/>
            <a:ext cx="1600200" cy="1600200"/>
          </a:xfrm>
          <a:prstGeom prst="rect">
            <a:avLst/>
          </a:prstGeom>
          <a:solidFill>
            <a:srgbClr val="1E2A45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34640" y="1691640"/>
            <a:ext cx="1600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1792224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Day 3–4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Recommendation Engine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27432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recommender_v2.py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19272" y="1554480"/>
            <a:ext cx="0" cy="137160"/>
          </a:xfrm>
          <a:prstGeom prst="line">
            <a:avLst/>
          </a:prstGeom>
          <a:noFill/>
          <a:ln w="1905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68112" y="109728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12080" y="1691640"/>
            <a:ext cx="1600200" cy="1600200"/>
          </a:xfrm>
          <a:prstGeom prst="rect">
            <a:avLst/>
          </a:prstGeom>
          <a:solidFill>
            <a:srgbClr val="1E2A45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0" y="1691640"/>
            <a:ext cx="1600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1792224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Day 5–6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Streamlit Application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27432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app.py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96712" y="1554480"/>
            <a:ext cx="0" cy="137160"/>
          </a:xfrm>
          <a:prstGeom prst="line">
            <a:avLst/>
          </a:prstGeom>
          <a:noFill/>
          <a:ln w="1905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08392" y="1097280"/>
            <a:ext cx="457200" cy="4572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0839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52360" y="1691640"/>
            <a:ext cx="1600200" cy="1600200"/>
          </a:xfrm>
          <a:prstGeom prst="rect">
            <a:avLst/>
          </a:prstGeom>
          <a:solidFill>
            <a:srgbClr val="1E2A45"/>
          </a:solidFill>
          <a:ln w="12700">
            <a:solidFill>
              <a:srgbClr val="E9456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52360" y="1691640"/>
            <a:ext cx="160020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1792224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Day 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43800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Testing &amp; Documentation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43800" y="27432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Report + QA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36992" y="1554480"/>
            <a:ext cx="0" cy="137160"/>
          </a:xfrm>
          <a:prstGeom prst="line">
            <a:avLst/>
          </a:prstGeom>
          <a:noFill/>
          <a:ln w="19050">
            <a:solidFill>
              <a:srgbClr val="E94560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8019"/>
                </a:solidFill>
              </a:rPr>
              <a:t>Deliverables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3913632"/>
            <a:ext cx="987552" cy="34747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91363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preprocess_v2.py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353312" y="3913632"/>
            <a:ext cx="987552" cy="34747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53312" y="391363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recommender_v2.py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432304" y="3913632"/>
            <a:ext cx="987552" cy="34747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32304" y="391363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app.py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511296" y="3913632"/>
            <a:ext cx="987552" cy="34747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11296" y="391363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cleaned_data.csv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590288" y="3913632"/>
            <a:ext cx="987552" cy="34747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90288" y="391363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encoded_data.csv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669280" y="3913632"/>
            <a:ext cx="987552" cy="34747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0" y="391363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encoder.pkl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748272" y="3913632"/>
            <a:ext cx="987552" cy="34747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48272" y="391363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kmeans_model.pkl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7827264" y="3913632"/>
            <a:ext cx="987552" cy="34747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27264" y="391363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Project Report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FC8019">
              <a:alpha val="10000"/>
            </a:srgbClr>
          </a:solidFill>
          <a:ln w="12700">
            <a:solidFill>
              <a:srgbClr val="FC801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C8019"/>
                </a:solidFill>
              </a:rPr>
              <a:t>Swiggy Restaurant Recommendation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53035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✅   Cleaned and preprocessed a real 44MB Swiggy dataset with 148,455 restaurants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53035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1168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✅   Implemented One-Hot Encoding for city &amp; cuisine — enabling ML comparisons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53035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✅   Built two recommendation algorithms: Cosine Similarity + K-Means Clustering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53035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9184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✅   Deployed a fully working Streamlit web app with real-time filtering and CSV export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530352"/>
          </a:xfrm>
          <a:prstGeom prst="rect">
            <a:avLst/>
          </a:prstGeom>
          <a:solidFill>
            <a:srgbClr val="1E2A45"/>
          </a:solidFill>
          <a:ln w="12700">
            <a:solidFill>
              <a:srgbClr val="FC8019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93192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✅   Resolved MemoryError, Windows path bugs, and city filter issues along the way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234440" cy="320040"/>
          </a:xfrm>
          <a:prstGeom prst="rect">
            <a:avLst/>
          </a:prstGeom>
          <a:solidFill>
            <a:srgbClr val="FC8019">
              <a:alpha val="25000"/>
            </a:srgbClr>
          </a:solidFill>
          <a:ln w="12700">
            <a:solidFill>
              <a:srgbClr val="FC8019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720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Preprocessing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74520" y="4572000"/>
            <a:ext cx="1234440" cy="32004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45720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One-Hot Encoding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91840" y="4572000"/>
            <a:ext cx="1234440" cy="32004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45720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Cosine Similarity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09160" y="4572000"/>
            <a:ext cx="1234440" cy="320040"/>
          </a:xfrm>
          <a:prstGeom prst="rect">
            <a:avLst/>
          </a:prstGeom>
          <a:solidFill>
            <a:srgbClr val="E94560">
              <a:alpha val="25000"/>
            </a:srgbClr>
          </a:solidFill>
          <a:ln w="12700">
            <a:solidFill>
              <a:srgbClr val="E94560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5720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K-Means Clustering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26480" y="4572000"/>
            <a:ext cx="1234440" cy="320040"/>
          </a:xfrm>
          <a:prstGeom prst="rect">
            <a:avLst/>
          </a:prstGeom>
          <a:solidFill>
            <a:srgbClr val="9B59B6">
              <a:alpha val="25000"/>
            </a:srgbClr>
          </a:solidFill>
          <a:ln w="12700">
            <a:solidFill>
              <a:srgbClr val="9B59B6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5720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Streamlit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543800" y="4572000"/>
            <a:ext cx="1234440" cy="320040"/>
          </a:xfrm>
          <a:prstGeom prst="rect">
            <a:avLst/>
          </a:prstGeom>
          <a:solidFill>
            <a:srgbClr val="FC8019">
              <a:alpha val="25000"/>
            </a:srgbClr>
          </a:solidFill>
          <a:ln w="12700">
            <a:solidFill>
              <a:srgbClr val="FC8019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45720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Python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Restaurant Recommendation System</dc:title>
  <dc:subject>PptxGenJS Presentation</dc:subject>
  <dc:creator>PptxGenJS</dc:creator>
  <cp:lastModifiedBy>PptxGenJS</cp:lastModifiedBy>
  <cp:revision>1</cp:revision>
  <dcterms:created xsi:type="dcterms:W3CDTF">2026-03-14T17:45:22Z</dcterms:created>
  <dcterms:modified xsi:type="dcterms:W3CDTF">2026-03-14T17:45:22Z</dcterms:modified>
</cp:coreProperties>
</file>